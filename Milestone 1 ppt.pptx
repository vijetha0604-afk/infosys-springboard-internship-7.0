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FF99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91FE79-9749-4BF2-ACA3-832B4B799D45}" v="30" dt="2026-08-04T13:26:21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ugula Srilatha" userId="579509b5ab5993f5" providerId="LiveId" clId="{334696DB-9DBC-4BCF-937A-0F2E4B9C6C1C}"/>
    <pc:docChg chg="undo custSel delSld modSld">
      <pc:chgData name="Surugula Srilatha" userId="579509b5ab5993f5" providerId="LiveId" clId="{334696DB-9DBC-4BCF-937A-0F2E4B9C6C1C}" dt="2026-08-04T13:26:53.814" v="522" actId="14100"/>
      <pc:docMkLst>
        <pc:docMk/>
      </pc:docMkLst>
      <pc:sldChg chg="addSp delSp modSp mod setBg">
        <pc:chgData name="Surugula Srilatha" userId="579509b5ab5993f5" providerId="LiveId" clId="{334696DB-9DBC-4BCF-937A-0F2E4B9C6C1C}" dt="2026-08-03T16:45:33.553" v="91" actId="1076"/>
        <pc:sldMkLst>
          <pc:docMk/>
          <pc:sldMk cId="0" sldId="256"/>
        </pc:sldMkLst>
        <pc:spChg chg="del">
          <ac:chgData name="Surugula Srilatha" userId="579509b5ab5993f5" providerId="LiveId" clId="{334696DB-9DBC-4BCF-937A-0F2E4B9C6C1C}" dt="2026-08-03T16:33:01.566" v="48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6:34:49.887" v="54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6:34:55.900" v="55" actId="1076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6:36:21.062" v="64" actId="20577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6:35:01.942" v="56" actId="1076"/>
          <ac:spMkLst>
            <pc:docMk/>
            <pc:sldMk cId="0" sldId="256"/>
            <ac:spMk id="13" creationId="{00000000-0000-0000-0000-000000000000}"/>
          </ac:spMkLst>
        </pc:spChg>
        <pc:picChg chg="add mod">
          <ac:chgData name="Surugula Srilatha" userId="579509b5ab5993f5" providerId="LiveId" clId="{334696DB-9DBC-4BCF-937A-0F2E4B9C6C1C}" dt="2026-08-03T16:38:16.674" v="69" actId="14100"/>
          <ac:picMkLst>
            <pc:docMk/>
            <pc:sldMk cId="0" sldId="256"/>
            <ac:picMk id="17" creationId="{A95FDF97-13E0-6A96-F15B-DC1388D049FE}"/>
          </ac:picMkLst>
        </pc:picChg>
        <pc:picChg chg="add del mod">
          <ac:chgData name="Surugula Srilatha" userId="579509b5ab5993f5" providerId="LiveId" clId="{334696DB-9DBC-4BCF-937A-0F2E4B9C6C1C}" dt="2026-08-03T16:42:00.003" v="71" actId="478"/>
          <ac:picMkLst>
            <pc:docMk/>
            <pc:sldMk cId="0" sldId="256"/>
            <ac:picMk id="19" creationId="{E2189AE4-8637-944E-6F9D-CFE1D1114A71}"/>
          </ac:picMkLst>
        </pc:picChg>
        <pc:picChg chg="add del mod">
          <ac:chgData name="Surugula Srilatha" userId="579509b5ab5993f5" providerId="LiveId" clId="{334696DB-9DBC-4BCF-937A-0F2E4B9C6C1C}" dt="2026-08-03T16:44:06.638" v="81" actId="478"/>
          <ac:picMkLst>
            <pc:docMk/>
            <pc:sldMk cId="0" sldId="256"/>
            <ac:picMk id="21" creationId="{D6628D14-6949-25C8-A00E-DE5EAF414A99}"/>
          </ac:picMkLst>
        </pc:picChg>
        <pc:picChg chg="add mod">
          <ac:chgData name="Surugula Srilatha" userId="579509b5ab5993f5" providerId="LiveId" clId="{334696DB-9DBC-4BCF-937A-0F2E4B9C6C1C}" dt="2026-08-03T16:45:33.553" v="91" actId="1076"/>
          <ac:picMkLst>
            <pc:docMk/>
            <pc:sldMk cId="0" sldId="256"/>
            <ac:picMk id="23" creationId="{ADBC624B-52D0-03EB-F8E0-81874AB8D477}"/>
          </ac:picMkLst>
        </pc:picChg>
      </pc:sldChg>
      <pc:sldChg chg="modSp mod setBg">
        <pc:chgData name="Surugula Srilatha" userId="579509b5ab5993f5" providerId="LiveId" clId="{334696DB-9DBC-4BCF-937A-0F2E4B9C6C1C}" dt="2026-08-03T17:15:07.773" v="330" actId="255"/>
        <pc:sldMkLst>
          <pc:docMk/>
          <pc:sldMk cId="0" sldId="257"/>
        </pc:sldMkLst>
        <pc:spChg chg="mod">
          <ac:chgData name="Surugula Srilatha" userId="579509b5ab5993f5" providerId="LiveId" clId="{334696DB-9DBC-4BCF-937A-0F2E4B9C6C1C}" dt="2026-08-03T17:13:55.502" v="325" actId="207"/>
          <ac:spMkLst>
            <pc:docMk/>
            <pc:sldMk cId="0" sldId="257"/>
            <ac:spMk id="2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4:07.245" v="326" actId="207"/>
          <ac:spMkLst>
            <pc:docMk/>
            <pc:sldMk cId="0" sldId="257"/>
            <ac:spMk id="3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4:27.743" v="327" actId="255"/>
          <ac:spMkLst>
            <pc:docMk/>
            <pc:sldMk cId="0" sldId="257"/>
            <ac:spMk id="8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4:53.078" v="329" actId="255"/>
          <ac:spMkLst>
            <pc:docMk/>
            <pc:sldMk cId="0" sldId="257"/>
            <ac:spMk id="13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4:39.541" v="328" actId="255"/>
          <ac:spMkLst>
            <pc:docMk/>
            <pc:sldMk cId="0" sldId="257"/>
            <ac:spMk id="18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5:07.773" v="330" actId="255"/>
          <ac:spMkLst>
            <pc:docMk/>
            <pc:sldMk cId="0" sldId="257"/>
            <ac:spMk id="23" creationId="{00000000-0000-0000-0000-000000000000}"/>
          </ac:spMkLst>
        </pc:spChg>
      </pc:sldChg>
      <pc:sldChg chg="addSp delSp modSp mod setBg">
        <pc:chgData name="Surugula Srilatha" userId="579509b5ab5993f5" providerId="LiveId" clId="{334696DB-9DBC-4BCF-937A-0F2E4B9C6C1C}" dt="2026-08-03T17:13:25.600" v="323" actId="207"/>
        <pc:sldMkLst>
          <pc:docMk/>
          <pc:sldMk cId="0" sldId="258"/>
        </pc:sldMkLst>
        <pc:spChg chg="mod">
          <ac:chgData name="Surugula Srilatha" userId="579509b5ab5993f5" providerId="LiveId" clId="{334696DB-9DBC-4BCF-937A-0F2E4B9C6C1C}" dt="2026-08-03T17:02:53.763" v="267" actId="207"/>
          <ac:spMkLst>
            <pc:docMk/>
            <pc:sldMk cId="0" sldId="258"/>
            <ac:spMk id="2" creationId="{00000000-0000-0000-0000-000000000000}"/>
          </ac:spMkLst>
        </pc:spChg>
        <pc:spChg chg="del">
          <ac:chgData name="Surugula Srilatha" userId="579509b5ab5993f5" providerId="LiveId" clId="{334696DB-9DBC-4BCF-937A-0F2E4B9C6C1C}" dt="2026-08-03T17:03:03.231" v="268" actId="478"/>
          <ac:spMkLst>
            <pc:docMk/>
            <pc:sldMk cId="0" sldId="258"/>
            <ac:spMk id="3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2:28.934" v="266" actId="255"/>
          <ac:spMkLst>
            <pc:docMk/>
            <pc:sldMk cId="0" sldId="258"/>
            <ac:spMk id="4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2:17.436" v="265" actId="255"/>
          <ac:spMkLst>
            <pc:docMk/>
            <pc:sldMk cId="0" sldId="258"/>
            <ac:spMk id="5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6:55:36.805" v="156" actId="207"/>
          <ac:spMkLst>
            <pc:docMk/>
            <pc:sldMk cId="0" sldId="258"/>
            <ac:spMk id="6" creationId="{00000000-0000-0000-0000-000000000000}"/>
          </ac:spMkLst>
        </pc:spChg>
        <pc:spChg chg="add del mod">
          <ac:chgData name="Surugula Srilatha" userId="579509b5ab5993f5" providerId="LiveId" clId="{334696DB-9DBC-4BCF-937A-0F2E4B9C6C1C}" dt="2026-08-03T17:13:25.600" v="323" actId="207"/>
          <ac:spMkLst>
            <pc:docMk/>
            <pc:sldMk cId="0" sldId="258"/>
            <ac:spMk id="7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6:55:26.242" v="155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6:57:18.036" v="163" actId="207"/>
          <ac:spMkLst>
            <pc:docMk/>
            <pc:sldMk cId="0" sldId="258"/>
            <ac:spMk id="10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3:19.498" v="322" actId="20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6:56:47.836" v="159" actId="20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6:57:25.647" v="164" actId="20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7:02.385" v="291" actId="207"/>
          <ac:spMkLst>
            <pc:docMk/>
            <pc:sldMk cId="0" sldId="258"/>
            <ac:spMk id="15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6:56:54.508" v="160" actId="207"/>
          <ac:spMkLst>
            <pc:docMk/>
            <pc:sldMk cId="0" sldId="258"/>
            <ac:spMk id="17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6:57:32.639" v="165" actId="207"/>
          <ac:spMkLst>
            <pc:docMk/>
            <pc:sldMk cId="0" sldId="258"/>
            <ac:spMk id="18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6:57.240" v="290" actId="20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6:57:03.604" v="161" actId="207"/>
          <ac:spMkLst>
            <pc:docMk/>
            <pc:sldMk cId="0" sldId="258"/>
            <ac:spMk id="21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6:57:38.157" v="166" actId="207"/>
          <ac:spMkLst>
            <pc:docMk/>
            <pc:sldMk cId="0" sldId="258"/>
            <ac:spMk id="22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6:36.765" v="289" actId="207"/>
          <ac:spMkLst>
            <pc:docMk/>
            <pc:sldMk cId="0" sldId="258"/>
            <ac:spMk id="23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6:57:08.971" v="162" actId="207"/>
          <ac:spMkLst>
            <pc:docMk/>
            <pc:sldMk cId="0" sldId="258"/>
            <ac:spMk id="25" creationId="{00000000-0000-0000-0000-000000000000}"/>
          </ac:spMkLst>
        </pc:spChg>
        <pc:picChg chg="add del mod">
          <ac:chgData name="Surugula Srilatha" userId="579509b5ab5993f5" providerId="LiveId" clId="{334696DB-9DBC-4BCF-937A-0F2E4B9C6C1C}" dt="2026-08-03T16:53:58.915" v="149" actId="478"/>
          <ac:picMkLst>
            <pc:docMk/>
            <pc:sldMk cId="0" sldId="258"/>
            <ac:picMk id="8" creationId="{00000000-0000-0000-0000-000000000000}"/>
          </ac:picMkLst>
        </pc:picChg>
        <pc:picChg chg="del mod">
          <ac:chgData name="Surugula Srilatha" userId="579509b5ab5993f5" providerId="LiveId" clId="{334696DB-9DBC-4BCF-937A-0F2E4B9C6C1C}" dt="2026-08-03T17:01:17.291" v="260" actId="478"/>
          <ac:picMkLst>
            <pc:docMk/>
            <pc:sldMk cId="0" sldId="258"/>
            <ac:picMk id="12" creationId="{00000000-0000-0000-0000-000000000000}"/>
          </ac:picMkLst>
        </pc:picChg>
        <pc:picChg chg="del mod">
          <ac:chgData name="Surugula Srilatha" userId="579509b5ab5993f5" providerId="LiveId" clId="{334696DB-9DBC-4BCF-937A-0F2E4B9C6C1C}" dt="2026-08-03T17:01:09.392" v="258" actId="478"/>
          <ac:picMkLst>
            <pc:docMk/>
            <pc:sldMk cId="0" sldId="258"/>
            <ac:picMk id="16" creationId="{00000000-0000-0000-0000-000000000000}"/>
          </ac:picMkLst>
        </pc:picChg>
        <pc:picChg chg="del mod">
          <ac:chgData name="Surugula Srilatha" userId="579509b5ab5993f5" providerId="LiveId" clId="{334696DB-9DBC-4BCF-937A-0F2E4B9C6C1C}" dt="2026-08-03T17:00:59.687" v="256" actId="478"/>
          <ac:picMkLst>
            <pc:docMk/>
            <pc:sldMk cId="0" sldId="258"/>
            <ac:picMk id="20" creationId="{00000000-0000-0000-0000-000000000000}"/>
          </ac:picMkLst>
        </pc:picChg>
        <pc:picChg chg="del mod">
          <ac:chgData name="Surugula Srilatha" userId="579509b5ab5993f5" providerId="LiveId" clId="{334696DB-9DBC-4BCF-937A-0F2E4B9C6C1C}" dt="2026-08-03T17:00:34.514" v="253" actId="478"/>
          <ac:picMkLst>
            <pc:docMk/>
            <pc:sldMk cId="0" sldId="258"/>
            <ac:picMk id="24" creationId="{00000000-0000-0000-0000-000000000000}"/>
          </ac:picMkLst>
        </pc:picChg>
        <pc:picChg chg="add del mod">
          <ac:chgData name="Surugula Srilatha" userId="579509b5ab5993f5" providerId="LiveId" clId="{334696DB-9DBC-4BCF-937A-0F2E4B9C6C1C}" dt="2026-08-03T16:51:31.074" v="120" actId="22"/>
          <ac:picMkLst>
            <pc:docMk/>
            <pc:sldMk cId="0" sldId="258"/>
            <ac:picMk id="29" creationId="{C7F9E8DB-1659-AFC7-7B95-B907CDDFED89}"/>
          </ac:picMkLst>
        </pc:picChg>
        <pc:picChg chg="add del">
          <ac:chgData name="Surugula Srilatha" userId="579509b5ab5993f5" providerId="LiveId" clId="{334696DB-9DBC-4BCF-937A-0F2E4B9C6C1C}" dt="2026-08-03T16:51:28.522" v="116" actId="22"/>
          <ac:picMkLst>
            <pc:docMk/>
            <pc:sldMk cId="0" sldId="258"/>
            <ac:picMk id="31" creationId="{D13A34C7-4BAC-6927-954B-4D3DBCD857EA}"/>
          </ac:picMkLst>
        </pc:picChg>
      </pc:sldChg>
      <pc:sldChg chg="modSp mod setBg">
        <pc:chgData name="Surugula Srilatha" userId="579509b5ab5993f5" providerId="LiveId" clId="{334696DB-9DBC-4BCF-937A-0F2E4B9C6C1C}" dt="2026-08-03T17:16:37.448" v="336" actId="255"/>
        <pc:sldMkLst>
          <pc:docMk/>
          <pc:sldMk cId="0" sldId="259"/>
        </pc:sldMkLst>
        <pc:spChg chg="mod">
          <ac:chgData name="Surugula Srilatha" userId="579509b5ab5993f5" providerId="LiveId" clId="{334696DB-9DBC-4BCF-937A-0F2E4B9C6C1C}" dt="2026-08-03T17:15:31.619" v="331" actId="207"/>
          <ac:spMkLst>
            <pc:docMk/>
            <pc:sldMk cId="0" sldId="259"/>
            <ac:spMk id="2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5:47.952" v="332" actId="207"/>
          <ac:spMkLst>
            <pc:docMk/>
            <pc:sldMk cId="0" sldId="259"/>
            <ac:spMk id="3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6:06.673" v="333" actId="255"/>
          <ac:spMkLst>
            <pc:docMk/>
            <pc:sldMk cId="0" sldId="259"/>
            <ac:spMk id="8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6:20.349" v="334" actId="255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6:28.986" v="335" actId="255"/>
          <ac:spMkLst>
            <pc:docMk/>
            <pc:sldMk cId="0" sldId="259"/>
            <ac:spMk id="18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6:37.448" v="336" actId="255"/>
          <ac:spMkLst>
            <pc:docMk/>
            <pc:sldMk cId="0" sldId="259"/>
            <ac:spMk id="23" creationId="{00000000-0000-0000-0000-000000000000}"/>
          </ac:spMkLst>
        </pc:spChg>
      </pc:sldChg>
      <pc:sldChg chg="addSp delSp modSp mod setBg">
        <pc:chgData name="Surugula Srilatha" userId="579509b5ab5993f5" providerId="LiveId" clId="{334696DB-9DBC-4BCF-937A-0F2E4B9C6C1C}" dt="2026-08-04T13:26:53.814" v="522" actId="14100"/>
        <pc:sldMkLst>
          <pc:docMk/>
          <pc:sldMk cId="0" sldId="260"/>
        </pc:sldMkLst>
        <pc:spChg chg="mod">
          <ac:chgData name="Surugula Srilatha" userId="579509b5ab5993f5" providerId="LiveId" clId="{334696DB-9DBC-4BCF-937A-0F2E4B9C6C1C}" dt="2026-08-03T17:30:54.785" v="395" actId="207"/>
          <ac:spMkLst>
            <pc:docMk/>
            <pc:sldMk cId="0" sldId="260"/>
            <ac:spMk id="2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3:03.701" v="321" actId="207"/>
          <ac:spMkLst>
            <pc:docMk/>
            <pc:sldMk cId="0" sldId="260"/>
            <ac:spMk id="3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4:25.575" v="275" actId="207"/>
          <ac:spMkLst>
            <pc:docMk/>
            <pc:sldMk cId="0" sldId="260"/>
            <ac:spMk id="4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4:18.348" v="274" actId="113"/>
          <ac:spMkLst>
            <pc:docMk/>
            <pc:sldMk cId="0" sldId="260"/>
            <ac:spMk id="5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4:10.109" v="273" actId="207"/>
          <ac:spMkLst>
            <pc:docMk/>
            <pc:sldMk cId="0" sldId="260"/>
            <ac:spMk id="6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5:46.860" v="284" actId="207"/>
          <ac:spMkLst>
            <pc:docMk/>
            <pc:sldMk cId="0" sldId="260"/>
            <ac:spMk id="7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4T13:17:19.038" v="404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4:46.291" v="279" actId="207"/>
          <ac:spMkLst>
            <pc:docMk/>
            <pc:sldMk cId="0" sldId="260"/>
            <ac:spMk id="9" creationId="{00000000-0000-0000-0000-000000000000}"/>
          </ac:spMkLst>
        </pc:spChg>
        <pc:spChg chg="del mod">
          <ac:chgData name="Surugula Srilatha" userId="579509b5ab5993f5" providerId="LiveId" clId="{334696DB-9DBC-4BCF-937A-0F2E4B9C6C1C}" dt="2026-08-04T13:19:07.440" v="417" actId="478"/>
          <ac:spMkLst>
            <pc:docMk/>
            <pc:sldMk cId="0" sldId="260"/>
            <ac:spMk id="10" creationId="{00000000-0000-0000-0000-000000000000}"/>
          </ac:spMkLst>
        </pc:spChg>
        <pc:spChg chg="del mod">
          <ac:chgData name="Surugula Srilatha" userId="579509b5ab5993f5" providerId="LiveId" clId="{334696DB-9DBC-4BCF-937A-0F2E4B9C6C1C}" dt="2026-08-04T13:18:38.315" v="411" actId="21"/>
          <ac:spMkLst>
            <pc:docMk/>
            <pc:sldMk cId="0" sldId="260"/>
            <ac:spMk id="11" creationId="{00000000-0000-0000-0000-000000000000}"/>
          </ac:spMkLst>
        </pc:spChg>
        <pc:spChg chg="del mod">
          <ac:chgData name="Surugula Srilatha" userId="579509b5ab5993f5" providerId="LiveId" clId="{334696DB-9DBC-4BCF-937A-0F2E4B9C6C1C}" dt="2026-08-04T13:21:42.980" v="486" actId="478"/>
          <ac:spMkLst>
            <pc:docMk/>
            <pc:sldMk cId="0" sldId="260"/>
            <ac:spMk id="13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8:17.621" v="300" actId="20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8:08.262" v="299" actId="20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5:03.757" v="281" actId="207"/>
          <ac:spMkLst>
            <pc:docMk/>
            <pc:sldMk cId="0" sldId="260"/>
            <ac:spMk id="18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1:15.685" v="315" actId="20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8:42.613" v="302" actId="207"/>
          <ac:spMkLst>
            <pc:docMk/>
            <pc:sldMk cId="0" sldId="260"/>
            <ac:spMk id="22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5:21.497" v="282" actId="20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1:20.434" v="316" actId="207"/>
          <ac:spMkLst>
            <pc:docMk/>
            <pc:sldMk cId="0" sldId="260"/>
            <ac:spMk id="24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9:00.089" v="304" actId="207"/>
          <ac:spMkLst>
            <pc:docMk/>
            <pc:sldMk cId="0" sldId="260"/>
            <ac:spMk id="27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05:33.644" v="283" actId="207"/>
          <ac:spMkLst>
            <pc:docMk/>
            <pc:sldMk cId="0" sldId="260"/>
            <ac:spMk id="28" creationId="{00000000-0000-0000-0000-000000000000}"/>
          </ac:spMkLst>
        </pc:spChg>
        <pc:spChg chg="add del mod">
          <ac:chgData name="Surugula Srilatha" userId="579509b5ab5993f5" providerId="LiveId" clId="{334696DB-9DBC-4BCF-937A-0F2E4B9C6C1C}" dt="2026-08-04T13:18:54.642" v="415" actId="478"/>
          <ac:spMkLst>
            <pc:docMk/>
            <pc:sldMk cId="0" sldId="260"/>
            <ac:spMk id="31" creationId="{318CAD1E-2EB2-82EF-DD7A-701A2DA371BC}"/>
          </ac:spMkLst>
        </pc:spChg>
        <pc:spChg chg="add del">
          <ac:chgData name="Surugula Srilatha" userId="579509b5ab5993f5" providerId="LiveId" clId="{334696DB-9DBC-4BCF-937A-0F2E4B9C6C1C}" dt="2026-08-04T13:18:47.004" v="413" actId="21"/>
          <ac:spMkLst>
            <pc:docMk/>
            <pc:sldMk cId="0" sldId="260"/>
            <ac:spMk id="33" creationId="{A4A3A33A-76F9-96FF-9FFA-D7768832E42F}"/>
          </ac:spMkLst>
        </pc:spChg>
        <pc:spChg chg="add del">
          <ac:chgData name="Surugula Srilatha" userId="579509b5ab5993f5" providerId="LiveId" clId="{334696DB-9DBC-4BCF-937A-0F2E4B9C6C1C}" dt="2026-08-04T13:21:46.540" v="487" actId="478"/>
          <ac:spMkLst>
            <pc:docMk/>
            <pc:sldMk cId="0" sldId="260"/>
            <ac:spMk id="35" creationId="{8C63EC55-6464-2C44-6C5C-AAA5695FB3AB}"/>
          </ac:spMkLst>
        </pc:spChg>
        <pc:spChg chg="add mod">
          <ac:chgData name="Surugula Srilatha" userId="579509b5ab5993f5" providerId="LiveId" clId="{334696DB-9DBC-4BCF-937A-0F2E4B9C6C1C}" dt="2026-08-04T13:23:57.971" v="510" actId="20577"/>
          <ac:spMkLst>
            <pc:docMk/>
            <pc:sldMk cId="0" sldId="260"/>
            <ac:spMk id="36" creationId="{D765613D-BF75-9B35-360D-F2EB3528C2C3}"/>
          </ac:spMkLst>
        </pc:spChg>
        <pc:spChg chg="add mod">
          <ac:chgData name="Surugula Srilatha" userId="579509b5ab5993f5" providerId="LiveId" clId="{334696DB-9DBC-4BCF-937A-0F2E4B9C6C1C}" dt="2026-08-04T13:26:53.814" v="522" actId="14100"/>
          <ac:spMkLst>
            <pc:docMk/>
            <pc:sldMk cId="0" sldId="260"/>
            <ac:spMk id="37" creationId="{1F300D39-8161-36AC-D895-926B924277B7}"/>
          </ac:spMkLst>
        </pc:spChg>
        <pc:picChg chg="del">
          <ac:chgData name="Surugula Srilatha" userId="579509b5ab5993f5" providerId="LiveId" clId="{334696DB-9DBC-4BCF-937A-0F2E4B9C6C1C}" dt="2026-08-04T13:19:00.075" v="416" actId="478"/>
          <ac:picMkLst>
            <pc:docMk/>
            <pc:sldMk cId="0" sldId="260"/>
            <ac:picMk id="12" creationId="{00000000-0000-0000-0000-000000000000}"/>
          </ac:picMkLst>
        </pc:picChg>
      </pc:sldChg>
      <pc:sldChg chg="modSp mod setBg">
        <pc:chgData name="Surugula Srilatha" userId="579509b5ab5993f5" providerId="LiveId" clId="{334696DB-9DBC-4BCF-937A-0F2E4B9C6C1C}" dt="2026-08-03T17:31:06.721" v="396" actId="207"/>
        <pc:sldMkLst>
          <pc:docMk/>
          <pc:sldMk cId="0" sldId="261"/>
        </pc:sldMkLst>
        <pc:spChg chg="mod">
          <ac:chgData name="Surugula Srilatha" userId="579509b5ab5993f5" providerId="LiveId" clId="{334696DB-9DBC-4BCF-937A-0F2E4B9C6C1C}" dt="2026-08-03T17:31:06.721" v="396" actId="207"/>
          <ac:spMkLst>
            <pc:docMk/>
            <pc:sldMk cId="0" sldId="261"/>
            <ac:spMk id="2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9:33.606" v="345" actId="207"/>
          <ac:spMkLst>
            <pc:docMk/>
            <pc:sldMk cId="0" sldId="261"/>
            <ac:spMk id="3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8:41.315" v="341" actId="255"/>
          <ac:spMkLst>
            <pc:docMk/>
            <pc:sldMk cId="0" sldId="261"/>
            <ac:spMk id="7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7:53.364" v="337" actId="255"/>
          <ac:spMkLst>
            <pc:docMk/>
            <pc:sldMk cId="0" sldId="261"/>
            <ac:spMk id="8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8:50.763" v="342" actId="255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8:03.431" v="338" actId="255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9:06.642" v="343" actId="255"/>
          <ac:spMkLst>
            <pc:docMk/>
            <pc:sldMk cId="0" sldId="261"/>
            <ac:spMk id="17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8:16.449" v="339" actId="255"/>
          <ac:spMkLst>
            <pc:docMk/>
            <pc:sldMk cId="0" sldId="261"/>
            <ac:spMk id="18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9:17.482" v="344" actId="255"/>
          <ac:spMkLst>
            <pc:docMk/>
            <pc:sldMk cId="0" sldId="261"/>
            <ac:spMk id="21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18:31.547" v="340" actId="255"/>
          <ac:spMkLst>
            <pc:docMk/>
            <pc:sldMk cId="0" sldId="261"/>
            <ac:spMk id="22" creationId="{00000000-0000-0000-0000-000000000000}"/>
          </ac:spMkLst>
        </pc:spChg>
      </pc:sldChg>
      <pc:sldChg chg="modSp mod setBg">
        <pc:chgData name="Surugula Srilatha" userId="579509b5ab5993f5" providerId="LiveId" clId="{334696DB-9DBC-4BCF-937A-0F2E4B9C6C1C}" dt="2026-08-03T17:31:20.602" v="397" actId="207"/>
        <pc:sldMkLst>
          <pc:docMk/>
          <pc:sldMk cId="0" sldId="262"/>
        </pc:sldMkLst>
        <pc:spChg chg="mod">
          <ac:chgData name="Surugula Srilatha" userId="579509b5ab5993f5" providerId="LiveId" clId="{334696DB-9DBC-4BCF-937A-0F2E4B9C6C1C}" dt="2026-08-03T17:31:20.602" v="397" actId="207"/>
          <ac:spMkLst>
            <pc:docMk/>
            <pc:sldMk cId="0" sldId="262"/>
            <ac:spMk id="2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21:36.785" v="353" actId="207"/>
          <ac:spMkLst>
            <pc:docMk/>
            <pc:sldMk cId="0" sldId="262"/>
            <ac:spMk id="3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21:50.055" v="354" actId="207"/>
          <ac:spMkLst>
            <pc:docMk/>
            <pc:sldMk cId="0" sldId="262"/>
            <ac:spMk id="4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22:03.064" v="355" actId="207"/>
          <ac:spMkLst>
            <pc:docMk/>
            <pc:sldMk cId="0" sldId="262"/>
            <ac:spMk id="8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24:07.740" v="363" actId="207"/>
          <ac:spMkLst>
            <pc:docMk/>
            <pc:sldMk cId="0" sldId="262"/>
            <ac:spMk id="9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22:46.764" v="359" actId="207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22:18.002" v="356" actId="207"/>
          <ac:spMkLst>
            <pc:docMk/>
            <pc:sldMk cId="0" sldId="262"/>
            <ac:spMk id="15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24:22.374" v="365" actId="207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22:54.401" v="360" actId="207"/>
          <ac:spMkLst>
            <pc:docMk/>
            <pc:sldMk cId="0" sldId="262"/>
            <ac:spMk id="18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22:29.288" v="357" actId="207"/>
          <ac:spMkLst>
            <pc:docMk/>
            <pc:sldMk cId="0" sldId="262"/>
            <ac:spMk id="22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24:38.945" v="367" actId="207"/>
          <ac:spMkLst>
            <pc:docMk/>
            <pc:sldMk cId="0" sldId="262"/>
            <ac:spMk id="23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23:00.573" v="361" actId="207"/>
          <ac:spMkLst>
            <pc:docMk/>
            <pc:sldMk cId="0" sldId="262"/>
            <ac:spMk id="25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22:38.910" v="358" actId="207"/>
          <ac:spMkLst>
            <pc:docMk/>
            <pc:sldMk cId="0" sldId="262"/>
            <ac:spMk id="29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25:06.642" v="369" actId="207"/>
          <ac:spMkLst>
            <pc:docMk/>
            <pc:sldMk cId="0" sldId="262"/>
            <ac:spMk id="30" creationId="{00000000-0000-0000-0000-000000000000}"/>
          </ac:spMkLst>
        </pc:spChg>
      </pc:sldChg>
      <pc:sldChg chg="del">
        <pc:chgData name="Surugula Srilatha" userId="579509b5ab5993f5" providerId="LiveId" clId="{334696DB-9DBC-4BCF-937A-0F2E4B9C6C1C}" dt="2026-08-03T17:26:25.365" v="375" actId="2696"/>
        <pc:sldMkLst>
          <pc:docMk/>
          <pc:sldMk cId="0" sldId="263"/>
        </pc:sldMkLst>
      </pc:sldChg>
      <pc:sldChg chg="del">
        <pc:chgData name="Surugula Srilatha" userId="579509b5ab5993f5" providerId="LiveId" clId="{334696DB-9DBC-4BCF-937A-0F2E4B9C6C1C}" dt="2026-08-03T17:26:21.690" v="374" actId="2696"/>
        <pc:sldMkLst>
          <pc:docMk/>
          <pc:sldMk cId="0" sldId="264"/>
        </pc:sldMkLst>
      </pc:sldChg>
      <pc:sldChg chg="del">
        <pc:chgData name="Surugula Srilatha" userId="579509b5ab5993f5" providerId="LiveId" clId="{334696DB-9DBC-4BCF-937A-0F2E4B9C6C1C}" dt="2026-08-03T17:26:18.312" v="373" actId="2696"/>
        <pc:sldMkLst>
          <pc:docMk/>
          <pc:sldMk cId="0" sldId="265"/>
        </pc:sldMkLst>
      </pc:sldChg>
      <pc:sldChg chg="del">
        <pc:chgData name="Surugula Srilatha" userId="579509b5ab5993f5" providerId="LiveId" clId="{334696DB-9DBC-4BCF-937A-0F2E4B9C6C1C}" dt="2026-08-03T17:26:14.486" v="372" actId="2696"/>
        <pc:sldMkLst>
          <pc:docMk/>
          <pc:sldMk cId="0" sldId="266"/>
        </pc:sldMkLst>
      </pc:sldChg>
      <pc:sldChg chg="delSp modSp mod setBg">
        <pc:chgData name="Surugula Srilatha" userId="579509b5ab5993f5" providerId="LiveId" clId="{334696DB-9DBC-4BCF-937A-0F2E4B9C6C1C}" dt="2026-08-03T17:31:56.581" v="400" actId="207"/>
        <pc:sldMkLst>
          <pc:docMk/>
          <pc:sldMk cId="0" sldId="267"/>
        </pc:sldMkLst>
        <pc:spChg chg="del">
          <ac:chgData name="Surugula Srilatha" userId="579509b5ab5993f5" providerId="LiveId" clId="{334696DB-9DBC-4BCF-937A-0F2E4B9C6C1C}" dt="2026-08-03T17:26:40.549" v="378" actId="21"/>
          <ac:spMkLst>
            <pc:docMk/>
            <pc:sldMk cId="0" sldId="267"/>
            <ac:spMk id="2" creationId="{00000000-0000-0000-0000-000000000000}"/>
          </ac:spMkLst>
        </pc:spChg>
        <pc:spChg chg="del">
          <ac:chgData name="Surugula Srilatha" userId="579509b5ab5993f5" providerId="LiveId" clId="{334696DB-9DBC-4BCF-937A-0F2E4B9C6C1C}" dt="2026-08-03T17:26:35.906" v="377" actId="21"/>
          <ac:spMkLst>
            <pc:docMk/>
            <pc:sldMk cId="0" sldId="267"/>
            <ac:spMk id="3" creationId="{00000000-0000-0000-0000-000000000000}"/>
          </ac:spMkLst>
        </pc:spChg>
        <pc:spChg chg="del">
          <ac:chgData name="Surugula Srilatha" userId="579509b5ab5993f5" providerId="LiveId" clId="{334696DB-9DBC-4BCF-937A-0F2E4B9C6C1C}" dt="2026-08-03T17:26:48.992" v="379" actId="21"/>
          <ac:spMkLst>
            <pc:docMk/>
            <pc:sldMk cId="0" sldId="267"/>
            <ac:spMk id="4" creationId="{00000000-0000-0000-0000-000000000000}"/>
          </ac:spMkLst>
        </pc:spChg>
        <pc:spChg chg="del">
          <ac:chgData name="Surugula Srilatha" userId="579509b5ab5993f5" providerId="LiveId" clId="{334696DB-9DBC-4BCF-937A-0F2E4B9C6C1C}" dt="2026-08-03T17:26:53.585" v="380" actId="21"/>
          <ac:spMkLst>
            <pc:docMk/>
            <pc:sldMk cId="0" sldId="267"/>
            <ac:spMk id="5" creationId="{00000000-0000-0000-0000-000000000000}"/>
          </ac:spMkLst>
        </pc:spChg>
        <pc:spChg chg="del">
          <ac:chgData name="Surugula Srilatha" userId="579509b5ab5993f5" providerId="LiveId" clId="{334696DB-9DBC-4BCF-937A-0F2E4B9C6C1C}" dt="2026-08-03T17:26:58.650" v="381" actId="21"/>
          <ac:spMkLst>
            <pc:docMk/>
            <pc:sldMk cId="0" sldId="267"/>
            <ac:spMk id="6" creationId="{00000000-0000-0000-0000-000000000000}"/>
          </ac:spMkLst>
        </pc:spChg>
        <pc:spChg chg="del">
          <ac:chgData name="Surugula Srilatha" userId="579509b5ab5993f5" providerId="LiveId" clId="{334696DB-9DBC-4BCF-937A-0F2E4B9C6C1C}" dt="2026-08-03T17:26:30.733" v="376" actId="21"/>
          <ac:spMkLst>
            <pc:docMk/>
            <pc:sldMk cId="0" sldId="267"/>
            <ac:spMk id="8" creationId="{00000000-0000-0000-0000-000000000000}"/>
          </ac:spMkLst>
        </pc:spChg>
        <pc:spChg chg="del">
          <ac:chgData name="Surugula Srilatha" userId="579509b5ab5993f5" providerId="LiveId" clId="{334696DB-9DBC-4BCF-937A-0F2E4B9C6C1C}" dt="2026-08-03T17:27:05.440" v="383" actId="21"/>
          <ac:spMkLst>
            <pc:docMk/>
            <pc:sldMk cId="0" sldId="267"/>
            <ac:spMk id="9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28:28.462" v="389" actId="207"/>
          <ac:spMkLst>
            <pc:docMk/>
            <pc:sldMk cId="0" sldId="267"/>
            <ac:spMk id="11" creationId="{00000000-0000-0000-0000-000000000000}"/>
          </ac:spMkLst>
        </pc:spChg>
        <pc:spChg chg="mod">
          <ac:chgData name="Surugula Srilatha" userId="579509b5ab5993f5" providerId="LiveId" clId="{334696DB-9DBC-4BCF-937A-0F2E4B9C6C1C}" dt="2026-08-03T17:31:56.581" v="400" actId="207"/>
          <ac:spMkLst>
            <pc:docMk/>
            <pc:sldMk cId="0" sldId="267"/>
            <ac:spMk id="12" creationId="{00000000-0000-0000-0000-000000000000}"/>
          </ac:spMkLst>
        </pc:spChg>
        <pc:picChg chg="del mod">
          <ac:chgData name="Surugula Srilatha" userId="579509b5ab5993f5" providerId="LiveId" clId="{334696DB-9DBC-4BCF-937A-0F2E4B9C6C1C}" dt="2026-08-03T17:31:30.866" v="398" actId="21"/>
          <ac:picMkLst>
            <pc:docMk/>
            <pc:sldMk cId="0" sldId="267"/>
            <ac:picMk id="1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048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7"/>
          <p:cNvSpPr/>
          <p:nvPr/>
        </p:nvSpPr>
        <p:spPr>
          <a:xfrm>
            <a:off x="1727633" y="84322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kern="0" spc="2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VIRTUAL INTERNSHIP 7.0</a:t>
            </a:r>
            <a:endParaRPr lang="en-US" sz="2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1296537"/>
            <a:ext cx="10740309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00B0F0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Supply Chain Visibility</a:t>
            </a:r>
            <a:endParaRPr lang="en-US" sz="4600" dirty="0">
              <a:solidFill>
                <a:srgbClr val="00B0F0"/>
              </a:solidFill>
              <a:latin typeface="Georgia" panose="02040502050405020303" pitchFamily="18" charset="0"/>
            </a:endParaRPr>
          </a:p>
          <a:p>
            <a:pPr marL="0" indent="0" algn="ctr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00B0F0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&amp; Optimization</a:t>
            </a:r>
            <a:endParaRPr lang="en-US" sz="4600" dirty="0">
              <a:solidFill>
                <a:srgbClr val="00B0F0"/>
              </a:solidFill>
              <a:latin typeface="Georgia" panose="02040502050405020303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754877" y="3304326"/>
            <a:ext cx="1127435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Turning raw logistics data into real-time, data-driven decisions</a:t>
            </a:r>
            <a:endParaRPr lang="en-US" sz="15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3" name="Text 11"/>
          <p:cNvSpPr/>
          <p:nvPr/>
        </p:nvSpPr>
        <p:spPr>
          <a:xfrm>
            <a:off x="8645904" y="4389120"/>
            <a:ext cx="4655975" cy="210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00B0F0"/>
                </a:solidFill>
                <a:ea typeface="Calibri" pitchFamily="34" charset="-122"/>
                <a:cs typeface="Calibri" pitchFamily="34" charset="-120"/>
              </a:rPr>
              <a:t>Presented By</a:t>
            </a:r>
            <a:r>
              <a:rPr lang="en-US" sz="1100" b="1" dirty="0">
                <a:solidFill>
                  <a:srgbClr val="00B0F0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000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Group 5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Vijetha 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Supriya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Supraja</a:t>
            </a:r>
          </a:p>
          <a:p>
            <a:pPr marL="285750" indent="-2857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Srilatha</a:t>
            </a:r>
          </a:p>
          <a:p>
            <a:pPr>
              <a:lnSpc>
                <a:spcPct val="115000"/>
              </a:lnSpc>
            </a:pPr>
            <a:r>
              <a:rPr lang="en-US" sz="1050" dirty="0">
                <a:solidFill>
                  <a:srgbClr val="E9F1F7"/>
                </a:solidFill>
                <a:latin typeface="Bell MT" panose="02020503060305020303" pitchFamily="18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>
              <a:latin typeface="Bell MT" panose="02020503060305020303" pitchFamily="18" charset="0"/>
            </a:endParaRPr>
          </a:p>
        </p:txBody>
      </p:sp>
      <p:pic>
        <p:nvPicPr>
          <p:cNvPr id="17" name="Picture 1">
            <a:extLst>
              <a:ext uri="{FF2B5EF4-FFF2-40B4-BE49-F238E27FC236}">
                <a16:creationId xmlns:a16="http://schemas.microsoft.com/office/drawing/2014/main" id="{A95FDF97-13E0-6A96-F15B-DC1388D04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187" y="165100"/>
            <a:ext cx="1712068" cy="1809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DBC624B-52D0-03EB-F8E0-81874AB8D4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2066" y="3207328"/>
            <a:ext cx="3282112" cy="3282112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supply chain visibility matters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76200" dist="25400" dir="5400000" algn="bl" rotWithShape="0">
              <a:srgbClr val="9FB4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94767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lay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610" y="2030882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8928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Management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2860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Planning, sourcing, manufacturing, transporting, and delivering products efficiently from suppliers to customers.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76200" dist="25400" dir="5400000" algn="bl" rotWithShape="0">
              <a:srgbClr val="9FB4C7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92240" y="194767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databas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5450" y="2030882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0" y="189280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Supply Chain Visibility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315200" y="228600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tracking of inventory, suppliers, warehouses, transportation, and customer deliveries across the chain.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384048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76200" dist="25400" dir="5400000" algn="bl" rotWithShape="0">
              <a:srgbClr val="9FB4C7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409651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trend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7610" y="4179722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40416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of Analytics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44348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operational performance, reduces costs, identifies bottlenecks, and improves customer satisfaction.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17920" y="3840480"/>
            <a:ext cx="51206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76200" dist="25400" dir="5400000" algn="bl" rotWithShape="0">
              <a:srgbClr val="9FB4C7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492240" y="409651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icons/barchar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5450" y="4179722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15200" y="40416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Tools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315200" y="4434840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powers data preprocessing; Microsoft Power BI turns the clean data into interactive business dashboards.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&amp; OPTIMIZATION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accent5">
                    <a:lumMod val="7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organizations face challenges in managing inventory, supplier coordination, manufacturing, warehouse operations, and transportation due to limited supply chain visibility.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3337560"/>
            <a:ext cx="54864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</a:t>
            </a:r>
            <a:r>
              <a:rPr lang="en-US" sz="16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project analyzes supply chain data, identifies operational inefficiencies, and develops interactive dashboards that support better planning, faster decisions, and optimized performance.</a:t>
            </a:r>
            <a:endParaRPr lang="en-US" sz="16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6522720" y="1453896"/>
            <a:ext cx="5029200" cy="73152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2552" y="1536192"/>
            <a:ext cx="502920" cy="5029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9" name="Text 6"/>
          <p:cNvSpPr/>
          <p:nvPr/>
        </p:nvSpPr>
        <p:spPr>
          <a:xfrm>
            <a:off x="7360920" y="14173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Shortages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6537960" y="2350008"/>
            <a:ext cx="5029200" cy="73152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702552" y="2468880"/>
            <a:ext cx="502920" cy="5029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3" name="Text 9"/>
          <p:cNvSpPr/>
          <p:nvPr/>
        </p:nvSpPr>
        <p:spPr>
          <a:xfrm>
            <a:off x="7360920" y="2350008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Deliveries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4" name="Shape 10"/>
          <p:cNvSpPr/>
          <p:nvPr/>
        </p:nvSpPr>
        <p:spPr>
          <a:xfrm>
            <a:off x="6537960" y="3282696"/>
            <a:ext cx="5029200" cy="73152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702552" y="3401568"/>
            <a:ext cx="502920" cy="5029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17" name="Text 12"/>
          <p:cNvSpPr/>
          <p:nvPr/>
        </p:nvSpPr>
        <p:spPr>
          <a:xfrm>
            <a:off x="7360920" y="3282696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Operational Costs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6537960" y="4215384"/>
            <a:ext cx="5029200" cy="73152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702552" y="4334256"/>
            <a:ext cx="502920" cy="5029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1" name="Text 15"/>
          <p:cNvSpPr/>
          <p:nvPr/>
        </p:nvSpPr>
        <p:spPr>
          <a:xfrm>
            <a:off x="7360920" y="4215384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Inventory Planning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2" name="Shape 16"/>
          <p:cNvSpPr/>
          <p:nvPr/>
        </p:nvSpPr>
        <p:spPr>
          <a:xfrm>
            <a:off x="6537960" y="5148072"/>
            <a:ext cx="5029200" cy="731520"/>
          </a:xfrm>
          <a:prstGeom prst="roundRect">
            <a:avLst>
              <a:gd name="adj" fmla="val 11250"/>
            </a:avLst>
          </a:prstGeom>
          <a:solidFill>
            <a:schemeClr val="bg1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702552" y="5266944"/>
            <a:ext cx="502920" cy="502920"/>
          </a:xfrm>
          <a:prstGeom prst="ellipse">
            <a:avLst/>
          </a:prstGeom>
          <a:solidFill>
            <a:srgbClr val="0070C0"/>
          </a:solidFill>
          <a:ln/>
        </p:spPr>
      </p:sp>
      <p:sp>
        <p:nvSpPr>
          <p:cNvPr id="25" name="Text 18"/>
          <p:cNvSpPr/>
          <p:nvPr/>
        </p:nvSpPr>
        <p:spPr>
          <a:xfrm>
            <a:off x="7360920" y="5148072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Customer Satisfaction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6" name="Text 1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&amp; OPTIMIZATION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What this project set out to achieve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63500" dist="25400" dir="5400000" algn="bl" rotWithShape="0">
              <a:srgbClr val="9FB4C7">
                <a:alpha val="2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691640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1874520" y="1801368"/>
            <a:ext cx="0" cy="694944"/>
          </a:xfrm>
          <a:prstGeom prst="line">
            <a:avLst/>
          </a:prstGeom>
          <a:noFill/>
          <a:ln w="15875">
            <a:solidFill>
              <a:srgbClr val="D7E5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1764792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 the Data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029200" y="1764792"/>
            <a:ext cx="6263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inventory availability, supplier performance, manufacturing activities, logistics, and customer demand.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807208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63500" dist="25400" dir="5400000" algn="bl" rotWithShape="0">
              <a:srgbClr val="9FB4C7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2807208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1874520" y="2916936"/>
            <a:ext cx="0" cy="694944"/>
          </a:xfrm>
          <a:prstGeom prst="line">
            <a:avLst/>
          </a:prstGeom>
          <a:noFill/>
          <a:ln w="15875">
            <a:solidFill>
              <a:srgbClr val="D7E5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48840" y="2880360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 the Dataset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2880360"/>
            <a:ext cx="6263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missing values, remove duplicates, correct data types, and prepare a clean dataset for analysis.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3922776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63500" dist="25400" dir="5400000" algn="bl" rotWithShape="0">
              <a:srgbClr val="9FB4C7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3922776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1874520" y="4032504"/>
            <a:ext cx="0" cy="694944"/>
          </a:xfrm>
          <a:prstGeom prst="line">
            <a:avLst/>
          </a:prstGeom>
          <a:noFill/>
          <a:ln w="15875">
            <a:solidFill>
              <a:srgbClr val="D7E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148840" y="3995928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Dashboards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0" y="3995928"/>
            <a:ext cx="6263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interactive dashboards in Microsoft Power BI to visualize key performance indicators and metrics.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40080" y="5038344"/>
            <a:ext cx="108813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E5EE"/>
            </a:solidFill>
            <a:prstDash val="solid"/>
          </a:ln>
          <a:effectLst>
            <a:outerShdw blurRad="63500" dist="25400" dir="5400000" algn="bl" rotWithShape="0">
              <a:srgbClr val="9FB4C7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68680" y="5038344"/>
            <a:ext cx="1005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21" name="Shape 19"/>
          <p:cNvSpPr/>
          <p:nvPr/>
        </p:nvSpPr>
        <p:spPr>
          <a:xfrm>
            <a:off x="1874520" y="5148072"/>
            <a:ext cx="0" cy="694944"/>
          </a:xfrm>
          <a:prstGeom prst="line">
            <a:avLst/>
          </a:prstGeom>
          <a:noFill/>
          <a:ln w="15875">
            <a:solidFill>
              <a:srgbClr val="D7E5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148840" y="5111496"/>
            <a:ext cx="2834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Generate Insights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0" y="5111496"/>
            <a:ext cx="626364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insights that support inventory optimization, supplier evaluation, logistics, and data-driven decisions.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&amp; OPTIMIZATION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Description</a:t>
            </a:r>
            <a:endParaRPr lang="en-US" sz="3400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 behind the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1" y="1600200"/>
            <a:ext cx="324612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19072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1,540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69080" y="1600200"/>
            <a:ext cx="3246120" cy="1600200"/>
          </a:xfrm>
          <a:prstGeom prst="roundRect">
            <a:avLst>
              <a:gd name="adj" fmla="val 5714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8" name="Text 6"/>
          <p:cNvSpPr/>
          <p:nvPr/>
        </p:nvSpPr>
        <p:spPr>
          <a:xfrm>
            <a:off x="4069080" y="1719072"/>
            <a:ext cx="32461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dirty="0">
                <a:latin typeface="Cambria" pitchFamily="34" charset="0"/>
                <a:ea typeface="Cambria" pitchFamily="34" charset="-122"/>
              </a:rPr>
              <a:t>24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069080" y="2560320"/>
            <a:ext cx="3246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kern="0" spc="2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ATTRIBUTES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520440"/>
            <a:ext cx="3520440" cy="246888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rgbClr val="23496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14400" y="3794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1" descr="icons/pack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667" y="3872027"/>
            <a:ext cx="439826" cy="43982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914400" y="4526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Information</a:t>
            </a:r>
            <a:endParaRPr lang="en-US" sz="14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8" name="Text 14"/>
          <p:cNvSpPr/>
          <p:nvPr/>
        </p:nvSpPr>
        <p:spPr>
          <a:xfrm>
            <a:off x="914400" y="4983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ea typeface="Calibri" pitchFamily="34" charset="-122"/>
                <a:cs typeface="Times New Roman" panose="02020603050405020304" pitchFamily="18" charset="0"/>
              </a:rPr>
              <a:t>Product Type, SKU, Price, Availability, Products Sold, Revenue Generated, Stock Levels, Order Quantities.</a:t>
            </a:r>
            <a:endParaRPr lang="en-US" sz="1400" dirty="0">
              <a:cs typeface="Times New Roman" panose="02020603050405020304" pitchFamily="18" charset="0"/>
            </a:endParaRPr>
          </a:p>
        </p:txBody>
      </p:sp>
      <p:sp>
        <p:nvSpPr>
          <p:cNvPr id="19" name="Shape 15"/>
          <p:cNvSpPr/>
          <p:nvPr/>
        </p:nvSpPr>
        <p:spPr>
          <a:xfrm>
            <a:off x="4434840" y="3520440"/>
            <a:ext cx="3520440" cy="246888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rgbClr val="23496E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4709160" y="3794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icons/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427" y="3872027"/>
            <a:ext cx="439826" cy="439826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09160" y="4526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Data</a:t>
            </a:r>
            <a:endParaRPr lang="en-US" sz="14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Text 18"/>
          <p:cNvSpPr/>
          <p:nvPr/>
        </p:nvSpPr>
        <p:spPr>
          <a:xfrm>
            <a:off x="4709160" y="4983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Time, Shipping Carrier, Shipping Cost, Transportation Mode, Route.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4" name="Shape 19"/>
          <p:cNvSpPr/>
          <p:nvPr/>
        </p:nvSpPr>
        <p:spPr>
          <a:xfrm>
            <a:off x="8229600" y="3520440"/>
            <a:ext cx="3520440" cy="2468880"/>
          </a:xfrm>
          <a:prstGeom prst="roundRect">
            <a:avLst>
              <a:gd name="adj" fmla="val 3704"/>
            </a:avLst>
          </a:prstGeom>
          <a:solidFill>
            <a:schemeClr val="bg1"/>
          </a:solidFill>
          <a:ln w="12700">
            <a:solidFill>
              <a:srgbClr val="23496E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503920" y="37947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3" descr="icons/layer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81187" y="3872027"/>
            <a:ext cx="439826" cy="439826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8503920" y="452628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Manufacturing &amp; Suppliers</a:t>
            </a:r>
            <a:endParaRPr lang="en-US" sz="145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8" name="Text 22"/>
          <p:cNvSpPr/>
          <p:nvPr/>
        </p:nvSpPr>
        <p:spPr>
          <a:xfrm>
            <a:off x="8503920" y="4983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Name, Production Volume, Manufacturing Cost, Lead Time, Inspection Result, Defect Rate.</a:t>
            </a:r>
            <a:endParaRPr lang="en-US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9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&amp; OPTIMIZATION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D765613D-BF75-9B35-360D-F2EB3528C2C3}"/>
              </a:ext>
            </a:extLst>
          </p:cNvPr>
          <p:cNvSpPr/>
          <p:nvPr/>
        </p:nvSpPr>
        <p:spPr>
          <a:xfrm>
            <a:off x="7680960" y="1627632"/>
            <a:ext cx="3198534" cy="1536192"/>
          </a:xfrm>
          <a:prstGeom prst="round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sz="1400" dirty="0"/>
          </a:p>
          <a:p>
            <a:pPr algn="ctr"/>
            <a:endParaRPr lang="en-IN" sz="1400" dirty="0"/>
          </a:p>
          <a:p>
            <a:pPr algn="ctr"/>
            <a:r>
              <a:rPr lang="en-IN" sz="1400" dirty="0"/>
              <a:t>  Every stage of supply chain operations, in one table</a:t>
            </a:r>
          </a:p>
        </p:txBody>
      </p:sp>
      <p:sp>
        <p:nvSpPr>
          <p:cNvPr id="37" name="Flowchart: Connector 36">
            <a:extLst>
              <a:ext uri="{FF2B5EF4-FFF2-40B4-BE49-F238E27FC236}">
                <a16:creationId xmlns:a16="http://schemas.microsoft.com/office/drawing/2014/main" id="{1F300D39-8161-36AC-D895-926B924277B7}"/>
              </a:ext>
            </a:extLst>
          </p:cNvPr>
          <p:cNvSpPr/>
          <p:nvPr/>
        </p:nvSpPr>
        <p:spPr>
          <a:xfrm>
            <a:off x="7772400" y="1740346"/>
            <a:ext cx="622570" cy="582230"/>
          </a:xfrm>
          <a:prstGeom prst="flowChartConnector">
            <a:avLst/>
          </a:prstGeom>
          <a:solidFill>
            <a:schemeClr val="accent5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Import &amp; Understanding</a:t>
            </a:r>
            <a:endParaRPr lang="en-US" sz="3200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Bringing the raw Excel data into Python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60120" y="2331720"/>
            <a:ext cx="0" cy="850392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290" y="17748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6420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the dataset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463040" y="201168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the Excel dataset into Python using the Pandas library for preprocessing and analysis.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60120" y="3502152"/>
            <a:ext cx="0" cy="850392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640080" y="2862072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icons/lay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290" y="2945282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Examine structure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463040" y="3182112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dataset dimensions, column names, and data types to understand its structure.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960120" y="4672584"/>
            <a:ext cx="0" cy="850392"/>
          </a:xfrm>
          <a:prstGeom prst="line">
            <a:avLst/>
          </a:prstGeom>
          <a:noFill/>
          <a:ln w="25400">
            <a:solidFill>
              <a:srgbClr val="1C7293"/>
            </a:solidFill>
            <a:prstDash val="dash"/>
          </a:ln>
        </p:spPr>
      </p:sp>
      <p:sp>
        <p:nvSpPr>
          <p:cNvPr id="15" name="Shape 11"/>
          <p:cNvSpPr/>
          <p:nvPr/>
        </p:nvSpPr>
        <p:spPr>
          <a:xfrm>
            <a:off x="640080" y="4032504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6" name="Image 2" descr="icons/barchar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290" y="4115714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05072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features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463040" y="4352544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numerical and categorical features before performing cleaning operations.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40080" y="5202936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290" y="5286146"/>
            <a:ext cx="473659" cy="47365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63040" y="5175504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32C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quality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463040" y="5522976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data quality to ensure the dataset was ready for preprocessing.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446520" y="1691640"/>
            <a:ext cx="5074920" cy="4572000"/>
          </a:xfrm>
          <a:prstGeom prst="roundRect">
            <a:avLst>
              <a:gd name="adj" fmla="val 1600"/>
            </a:avLst>
          </a:prstGeom>
          <a:solidFill>
            <a:srgbClr val="0D1B2A"/>
          </a:solidFill>
          <a:ln/>
        </p:spPr>
      </p:sp>
      <p:sp>
        <p:nvSpPr>
          <p:cNvPr id="24" name="Shape 18"/>
          <p:cNvSpPr/>
          <p:nvPr/>
        </p:nvSpPr>
        <p:spPr>
          <a:xfrm>
            <a:off x="6675120" y="1892808"/>
            <a:ext cx="128016" cy="128016"/>
          </a:xfrm>
          <a:prstGeom prst="ellipse">
            <a:avLst/>
          </a:prstGeom>
          <a:solidFill>
            <a:srgbClr val="F4845F"/>
          </a:solidFill>
          <a:ln/>
        </p:spPr>
      </p:sp>
      <p:sp>
        <p:nvSpPr>
          <p:cNvPr id="25" name="Shape 19"/>
          <p:cNvSpPr/>
          <p:nvPr/>
        </p:nvSpPr>
        <p:spPr>
          <a:xfrm>
            <a:off x="6885432" y="1892808"/>
            <a:ext cx="128016" cy="128016"/>
          </a:xfrm>
          <a:prstGeom prst="ellipse">
            <a:avLst/>
          </a:prstGeom>
          <a:solidFill>
            <a:srgbClr val="F4C95F"/>
          </a:solidFill>
          <a:ln/>
        </p:spPr>
      </p:sp>
      <p:sp>
        <p:nvSpPr>
          <p:cNvPr id="26" name="Shape 20"/>
          <p:cNvSpPr/>
          <p:nvPr/>
        </p:nvSpPr>
        <p:spPr>
          <a:xfrm>
            <a:off x="7095744" y="1892808"/>
            <a:ext cx="128016" cy="128016"/>
          </a:xfrm>
          <a:prstGeom prst="ellipse">
            <a:avLst/>
          </a:prstGeom>
          <a:solidFill>
            <a:srgbClr val="9FD8CB"/>
          </a:solidFill>
          <a:ln/>
        </p:spPr>
      </p:sp>
      <p:sp>
        <p:nvSpPr>
          <p:cNvPr id="27" name="Text 21"/>
          <p:cNvSpPr/>
          <p:nvPr/>
        </p:nvSpPr>
        <p:spPr>
          <a:xfrm>
            <a:off x="6720840" y="21945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720840" y="261518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150" dirty="0"/>
          </a:p>
        </p:txBody>
      </p:sp>
      <p:sp>
        <p:nvSpPr>
          <p:cNvPr id="29" name="Text 23"/>
          <p:cNvSpPr/>
          <p:nvPr/>
        </p:nvSpPr>
        <p:spPr>
          <a:xfrm>
            <a:off x="6720840" y="320040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pd.read_excel("supply_chain_raw_1540_rows.xlsx")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6720840" y="3621024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df.head()</a:t>
            </a:r>
            <a:r>
              <a:rPr lang="en-US" sz="1000" i="1" dirty="0">
                <a:solidFill>
                  <a:srgbClr val="5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preview first 5 rows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6720840" y="4041648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df.shape</a:t>
            </a:r>
            <a:r>
              <a:rPr lang="en-US" sz="1000" i="1" dirty="0">
                <a:solidFill>
                  <a:srgbClr val="5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(1540, 30)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6720840" y="4462272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df.columns</a:t>
            </a:r>
            <a:r>
              <a:rPr lang="en-US" sz="1000" i="1" dirty="0">
                <a:solidFill>
                  <a:srgbClr val="5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list all 30 column names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6720840" y="4882896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r>
              <a:rPr lang="en-US" sz="1000" i="1" dirty="0">
                <a:solidFill>
                  <a:srgbClr val="5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dtypes, non-null counts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6720840" y="530352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D8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df.describe()</a:t>
            </a:r>
            <a:r>
              <a:rPr lang="en-US" sz="1000" i="1" dirty="0">
                <a:solidFill>
                  <a:srgbClr val="5B7A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→ mean, min, max, std dev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&amp; OPTIMIZATION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070C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Preprocessing</a:t>
            </a:r>
            <a:endParaRPr lang="en-US" sz="3400" dirty="0">
              <a:solidFill>
                <a:srgbClr val="0070C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8368" y="1024128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Cleaning the raw dataset for reliable analysis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103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508760" y="24231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down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688" y="2536088"/>
            <a:ext cx="642823" cy="64282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Import &amp; Check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41248" y="4023360"/>
            <a:ext cx="22037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Imported the raw dataset into Python and performed data quality checks before analysis</a:t>
            </a:r>
            <a:r>
              <a:rPr lang="en-US" sz="1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3246120" y="32918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3502152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85032" y="2103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370832" y="24231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1" descr="icons/fil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3760" y="2536088"/>
            <a:ext cx="642823" cy="64282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85032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Identify Issues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703320" y="4023360"/>
            <a:ext cx="22037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missing values, duplicate records, and verified data types to improve consistency.</a:t>
            </a:r>
            <a:endParaRPr lang="en-US" sz="1200" dirty="0">
              <a:solidFill>
                <a:srgbClr val="00B0F0"/>
              </a:solidFill>
            </a:endParaRPr>
          </a:p>
        </p:txBody>
      </p:sp>
      <p:sp>
        <p:nvSpPr>
          <p:cNvPr id="17" name="Text 13"/>
          <p:cNvSpPr/>
          <p:nvPr/>
        </p:nvSpPr>
        <p:spPr>
          <a:xfrm>
            <a:off x="6108192" y="32918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4"/>
          <p:cNvSpPr/>
          <p:nvPr/>
        </p:nvSpPr>
        <p:spPr>
          <a:xfrm>
            <a:off x="6364224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547104" y="2103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232904" y="24231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2" descr="icons/refresh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832" y="2536088"/>
            <a:ext cx="642823" cy="64282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547104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Clean &amp; Standardize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565392" y="4023360"/>
            <a:ext cx="22037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and standardized the dataset to ensure accurate analysis and visualization.</a:t>
            </a:r>
            <a:endParaRPr lang="en-US" sz="1200" dirty="0">
              <a:solidFill>
                <a:srgbClr val="00B0F0"/>
              </a:solidFill>
            </a:endParaRPr>
          </a:p>
        </p:txBody>
      </p:sp>
      <p:sp>
        <p:nvSpPr>
          <p:cNvPr id="24" name="Text 19"/>
          <p:cNvSpPr/>
          <p:nvPr/>
        </p:nvSpPr>
        <p:spPr>
          <a:xfrm>
            <a:off x="8970264" y="3291840"/>
            <a:ext cx="2560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0"/>
          <p:cNvSpPr/>
          <p:nvPr/>
        </p:nvSpPr>
        <p:spPr>
          <a:xfrm>
            <a:off x="9226296" y="1920240"/>
            <a:ext cx="2606040" cy="3291840"/>
          </a:xfrm>
          <a:prstGeom prst="roundRect">
            <a:avLst>
              <a:gd name="adj" fmla="val 3509"/>
            </a:avLst>
          </a:prstGeom>
          <a:solidFill>
            <a:schemeClr val="bg1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9409176" y="210312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F4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10094976" y="2423160"/>
            <a:ext cx="868680" cy="8686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3" descr="icons/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7904" y="2536088"/>
            <a:ext cx="642823" cy="64282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409176" y="352044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Save Output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427464" y="4023360"/>
            <a:ext cx="22037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8000"/>
              </a:lnSpc>
              <a:buNone/>
            </a:pPr>
            <a:r>
              <a:rPr lang="en-US" sz="1200" dirty="0">
                <a:solidFill>
                  <a:srgbClr val="00B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the processed dataset for dashboard development in Microsoft </a:t>
            </a:r>
            <a:r>
              <a:rPr lang="en-US" sz="12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&amp; OPTIMIZATION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10698480" y="914400"/>
            <a:ext cx="100584" cy="100584"/>
          </a:xfrm>
          <a:prstGeom prst="ellipse">
            <a:avLst/>
          </a:prstGeom>
          <a:solidFill>
            <a:srgbClr val="9FD8CB"/>
          </a:solidFill>
          <a:ln/>
        </p:spPr>
      </p:sp>
      <p:sp>
        <p:nvSpPr>
          <p:cNvPr id="11" name="Text 8"/>
          <p:cNvSpPr/>
          <p:nvPr/>
        </p:nvSpPr>
        <p:spPr>
          <a:xfrm>
            <a:off x="205273" y="0"/>
            <a:ext cx="11179007" cy="4800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2" name="Text 9"/>
          <p:cNvSpPr/>
          <p:nvPr/>
        </p:nvSpPr>
        <p:spPr>
          <a:xfrm>
            <a:off x="625151" y="1014984"/>
            <a:ext cx="10759129" cy="4288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Visibility &amp; Optimization  |  Group 5  |  Infosys Springboard Virtual Internship 7.0</a:t>
            </a:r>
            <a:endParaRPr lang="en-US" dirty="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2060"/>
      </a:hlink>
      <a:folHlink>
        <a:srgbClr val="666699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</TotalTime>
  <Words>644</Words>
  <Application>Microsoft Office PowerPoint</Application>
  <PresentationFormat>Widescreen</PresentationFormat>
  <Paragraphs>114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Arial</vt:lpstr>
      <vt:lpstr>Bell MT</vt:lpstr>
      <vt:lpstr>Calibri</vt:lpstr>
      <vt:lpstr>Cambria</vt:lpstr>
      <vt:lpstr>Courier New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Vijetha A Naik</cp:lastModifiedBy>
  <cp:revision>3</cp:revision>
  <dcterms:created xsi:type="dcterms:W3CDTF">2026-08-02T04:23:58Z</dcterms:created>
  <dcterms:modified xsi:type="dcterms:W3CDTF">2026-09-07T15:36:05Z</dcterms:modified>
</cp:coreProperties>
</file>